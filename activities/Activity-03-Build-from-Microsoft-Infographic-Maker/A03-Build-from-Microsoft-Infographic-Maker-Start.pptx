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03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Timeline Infographic with Microsoft 365 Copilot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app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03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03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timeline infographic about Create a Timeline Infographic with Microsoft 365 Copilot.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Purpose</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Content</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Hierarchy</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Brand</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Access</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people managers</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final template-based infographic is message-led, branded, accessible, source-labelled and fully editable.</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03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