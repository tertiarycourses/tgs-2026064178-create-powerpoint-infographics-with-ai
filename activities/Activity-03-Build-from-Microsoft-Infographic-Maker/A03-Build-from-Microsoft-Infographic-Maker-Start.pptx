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03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Build from Microsoft Infographic Maker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Microsoft Infographic Maker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03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