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03 · START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Build from Microsoft Infographic Maker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Microsoft 365 Copilot infographic maker +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03 · FULL COPY-READY TEXT IN PROMPTS.MD AND AI PROMPT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AI Prompt Starters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73152" cy="1847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75104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Using only the attached approved sources, create a source register, identify duplicates or conflicting definitions, clean the table, show formulas or transformations, and return five candidate insights with citations, caveats and a con…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755648"/>
            <a:ext cx="73152" cy="1847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45936" y="1975104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Infographic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one-page executive infographic for Singapore retail managers. Lead with one decision insight, show three supporting metrics, include a five-stage flow and a source footer. Use a clean professional style, strong hierarchy and n…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77056"/>
            <a:ext cx="73152" cy="18470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4096512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Text to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clean vector-like sustainability delivery illustration for a PowerPoint infographic: one electric van, one reusable parcel, a simple route and a feedback symbol. Transparent background, consistent blue/teal/violet/amber palett…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3877056"/>
            <a:ext cx="73152" cy="18470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45936" y="4096512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Gemini Notebook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Presenter Slides for business stakeholders. Focus on the verified decision insight, use a concise professional style, include source-grounded comparisons and a final recommendation. Avoid claims not supported by selected sources…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03 · EDITABLE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Build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1065276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B6372"/>
                </a:solidFill>
                <a:latin typeface="Arial"/>
              </a:rPr>
              <a:t>Replace this placeholder with your editable infographic or evidence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