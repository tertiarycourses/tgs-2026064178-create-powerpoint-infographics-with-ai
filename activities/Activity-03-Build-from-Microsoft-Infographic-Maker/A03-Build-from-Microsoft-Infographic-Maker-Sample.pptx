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ACTIVITY 03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Build from Microsoft Infographic Maker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rial"/>
              </a:rPr>
              <a:t>Northstar Retail Singapore · synthetic practice scenario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TOOL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Microsoft Infographic Maker + 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ACTIVITY 03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The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TGS-2024048310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6916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Northstar wants a vertical five-stage sustainable-delivery journey for an employee town hall and social post.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76472"/>
            <a:ext cx="73152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59352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Decision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343400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Start from a Microsoft infographic-maker template or the supplied editable sample. Adapt it to the approved wireframe; do not let inherited placeholders define the 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ACTIVITY 03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Template-to-Infographic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TGS-2024048310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Select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Choose a template by relationship and output format.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4017" y="1920240"/>
            <a:ext cx="73152" cy="3566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5185" y="213969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5185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8689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8689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Identify all placeholders and inherited decorative elements.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2235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2235" y="1920240"/>
            <a:ext cx="73152" cy="3566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83403" y="213969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3403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6907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rial"/>
              </a:rPr>
              <a:t>Replace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6907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Insert the approved message, data and visuals.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0452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0452" y="192024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81620" y="2139696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1620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124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rial"/>
              </a:rPr>
              <a:t>Align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5124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Apply brand, grid, hierarchy and accessibility.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867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7867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7983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983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334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Export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334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Test PPTX, PDF and image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ACTIVITY 03 ·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Worked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TGS-2024048310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Does the layout answer the audience question?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20025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Are all placeholders replaced and all claims verified?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783080"/>
            <a:ext cx="73152" cy="17190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200253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rial"/>
              </a:rPr>
              <a:t>Hierarchy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Is the reading order obvious at thumbnail size?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76472"/>
            <a:ext cx="73152" cy="17190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rial"/>
              </a:rPr>
              <a:t>Brand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Are palette, type, logo and tone approved?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5968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5968" y="3776472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17136" y="3995928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7136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Access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Are contrast, labels and alt text adequate?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0416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00416" y="3776472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01584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5088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Do PPTX, PDF and JPG render as intended?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ACTIVITY 03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What Good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TGS-2024048310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1065276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An editable portrait template-based infographic in PPTX, PDF and JPG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Template relationship matches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7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1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No placeholder text remains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Brand and visual hierarchy are consistent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7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7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Source and alt text are present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38344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038344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" y="5257800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266944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605272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PPTX, PDF and JPG render correctly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