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03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Timeline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03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03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timeline infographic about Create a Timeline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Purpose</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Content</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Hierarchy</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Brand</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Access</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people managers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template-based infographic is message-led, branded, accessible, source-labelled and fully editable.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03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HR needs a five-milestone onboarding timeline for managers: account request, manager plan, Day 1 orientation, Day 7 skills check and Day 30 outcome review.</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Microsoft 365 Copilot Create &gt; Design an infographic with the supplied structured prompt and approved brief. Refine the selected Wide timeline in PowerPoint; do not let generated decoration replace dated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03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Copilot-to-Timeline Workflow</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Describe</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Specify the timeline topic, five milestones, audience and decision.</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Ground</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Add only the approved onboarding brief and dated evidence.</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Generate</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Choose Wide, apply brand and create two timeline directions.</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Refine</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Correct sequence, labels, spacing and accessibility in PowerPoint.</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Export</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Test PPTX, PDF and image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03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Purpose</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Does the layout answer the audience question?</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Content</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Are all placeholders replaced and all claims verified?</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Hierarchy</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Is the reading order obvious at thumbnail size?</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Brand</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Are palette, type, logo and tone approved?</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Access</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Are contrast, labels and alt text adequate?</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Output</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Do PPTX, PDF and JPG render as intended?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03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An editable five-milestone timeline infographic in PPTX, PDF and JPG</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Template relationship matches the brief</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No placeholder text remains</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Brand and visual hierarchy are consistent</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Source and alt text are present</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PPTX, PDF and JPG render correctly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