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03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Build from Microsoft Infographic Maker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Microsoft 365 Copilot infographic maker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03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The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69164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Northstar wants a vertical five-stage sustainable-delivery journey for an employee town hall and social post.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76472"/>
            <a:ext cx="10698480" cy="16916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76472"/>
            <a:ext cx="73152" cy="1691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959352"/>
            <a:ext cx="971092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Decision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343400"/>
            <a:ext cx="9710928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Start from a Microsoft infographic-maker template or the supplied editable sample. Adapt it to the approved wireframe; do not let inherited placeholders define the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03 ·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Template-to-Infographic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696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Choose a template by relationship and output format.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4017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4017" y="1920240"/>
            <a:ext cx="73152" cy="356616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85185" y="213969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5185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8689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8689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Identify all placeholders and inherited decorative elements.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2235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2235" y="1920240"/>
            <a:ext cx="73152" cy="35661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83403" y="213969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3403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6907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Replace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6907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Insert the approved message, data and visuals.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80452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80452" y="1920240"/>
            <a:ext cx="73152" cy="35661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81620" y="2139696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1620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124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Align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85124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Apply brand, grid, hierarchy and accessibility.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78670" y="1920240"/>
            <a:ext cx="1997049" cy="356616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78670" y="1920240"/>
            <a:ext cx="73152" cy="356616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79838" y="213969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9838" y="214884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3342" y="2103120"/>
            <a:ext cx="1009497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342" y="2487168"/>
            <a:ext cx="1009497" cy="2852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Test PPTX, PDF and image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03 ·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Worked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2002536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Does the layout answer the audience question?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783080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7136" y="20025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Are all placeholders replaced and all claims verified?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1783080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0416" y="1783080"/>
            <a:ext cx="73152" cy="17190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01584" y="2002536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1584" y="20116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8" y="1965960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Hierarchy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2350008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Is the reading order obvious at thumbnail size?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776472"/>
            <a:ext cx="73152" cy="17190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3995928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Brand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Are palette, type, logo and tone approved?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3776472"/>
            <a:ext cx="73152" cy="1719072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17136" y="3995928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Are contrast, labels and alt text adequate?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00416" y="3776472"/>
            <a:ext cx="3401568" cy="1719072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00416" y="3776472"/>
            <a:ext cx="73152" cy="17190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01584" y="399592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400507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3959352"/>
            <a:ext cx="241401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Output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4343400"/>
            <a:ext cx="241401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Do PPTX, PDF and JPG render as intended?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ACTIVITY 03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What Good Looks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810512"/>
            <a:ext cx="10652760" cy="1005840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An editable portrait template-based infographic in PPTX, PDF and JPG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8408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Template relationship matches the brief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9" y="3154680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9" y="3154680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7" y="3374136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7" y="3383280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1" y="3337560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1" y="3721608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No placeholder text remains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Brand and visual hierarchy are consistent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4096512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4096512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27647" y="4315968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7" y="4325112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1151" y="4279392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31151" y="4663440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Source and alt text are present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038344"/>
            <a:ext cx="5074920" cy="74980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5038344"/>
            <a:ext cx="73152" cy="7498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78408" y="5257800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" y="5266944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1912" y="5221224"/>
            <a:ext cx="408736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81912" y="5605272"/>
            <a:ext cx="4087368" cy="365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PPTX, PDF and JPG render correctly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