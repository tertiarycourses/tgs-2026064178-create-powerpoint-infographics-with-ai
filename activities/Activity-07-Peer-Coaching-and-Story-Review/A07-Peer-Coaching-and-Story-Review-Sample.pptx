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07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Peer Coaching and Story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PowerPoint + peer review workbook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07 · FULL COPY-READY TEXT IN PROMPTS.MD AND AI PROMPT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AI Prompt Starters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73152" cy="1847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75104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Using only the attached approved sources, create a source register, identify duplicates or conflicting definitions, clean the table, show formulas or transformations, and return five candidate insights with citations, caveats and a con…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755648"/>
            <a:ext cx="73152" cy="1847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975104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Infographic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one-page executive infographic for Singapore retail managers. Lead with one decision insight, show three supporting metrics, include a five-stage flow and a source footer. Use a clean professional style, strong hierarchy and 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77056"/>
            <a:ext cx="73152" cy="18470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096512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Text to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clean vector-like sustainability delivery illustration for a PowerPoint infographic: one electric van, one reusable parcel, a simple route and a feedback symbol. Transparent background, consistent blue/teal/violet/amber palett…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877056"/>
            <a:ext cx="73152" cy="18470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45936" y="4096512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Gemini Notebook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Presenter Slides for business stakeholders. Focus on the verified decision insight, use a concise professional style, include source-grounded comparisons and a final recommendation. Avoid claims not supported by selected sources…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07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The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Each learner presents one infographic from Activities 3–6 to two peers. The group must distinguish aesthetic preference from evidence-based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Capture two observations, two strengths, two improvements and one agreed revision. Then revise the master and record the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07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Observe, Ask, Explain, Suggest, Confirm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Name the visible issue specifically.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Clarify the designer's goal and constraints.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Link to hierarchy, integrity, access or audience fit.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Suggest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Propose one prioritised change.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Confirm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Agree the revision and acceptance check.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07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Can the audience state the takeaway?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Are claims accurate, contextualised and sourced?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Hierarchy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Is the reading order obvious?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Are contrast, labels, text size and alt text adequate?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Story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Do evidence and action connect logically?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Fit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Does the output match the audience and channel?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07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A completed peer-review log, revised infographic and short reflection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Feedback contains observations, not taste-only comments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Every score has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One high-impact change is prioritised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Revised PPTX remains editable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Reflection explains how the change affects audience understanding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