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85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ACTIVITY 07 · 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Peer Coaching and Story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372"/>
                </a:solidFill>
                <a:latin typeface="Arial"/>
              </a:rPr>
              <a:t>Northstar Retail Singapore · synthetic practice scenario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10561320" cy="12344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TOOL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348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PowerPoint + peer review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ACTIVITY 07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The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10698480" cy="16916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73152" cy="16916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00253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65960"/>
            <a:ext cx="9710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50008"/>
            <a:ext cx="9710928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Each learner presents one infographic from Activities 3–6 to two peers. The group must distinguish aesthetic preference from evidence-based review.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76472"/>
            <a:ext cx="10698480" cy="16916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776472"/>
            <a:ext cx="73152" cy="16916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2688" y="399592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3959352"/>
            <a:ext cx="9710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Decision pressure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4343400"/>
            <a:ext cx="9710928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Capture two observations, two strengths, two improvements and one agreed revision. Then revise the master and record the 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ACTIVITY 07 ·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Observe, Ask, Explain, Suggest, Confirm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920240"/>
            <a:ext cx="73152" cy="3566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6968" y="213969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0472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Observe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Name the visible issue specifically.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4017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84017" y="1920240"/>
            <a:ext cx="73152" cy="3566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85185" y="213969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85185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8689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8689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Clarify the designer's goal and constraints.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82235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82235" y="1920240"/>
            <a:ext cx="73152" cy="3566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83403" y="2139696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3403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6907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Explain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86907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Link to hierarchy, integrity, access or audience fit.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80452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80452" y="1920240"/>
            <a:ext cx="73152" cy="3566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81620" y="2139696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81620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5124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Suggest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85124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Propose one prioritised change.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78670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78670" y="1920240"/>
            <a:ext cx="73152" cy="3566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679838" y="213969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79838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3342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Confirm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3342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Agree the revision and acceptance check.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Arial"/>
              </a:rPr>
              <a:t>ACTIVITY 07 ·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Worked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73152" cy="171907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00253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Message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Can the audience state the takeaway?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783080"/>
            <a:ext cx="73152" cy="171907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17136" y="20025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Are claims accurate, contextualised and sourced?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0416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00416" y="1783080"/>
            <a:ext cx="73152" cy="171907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01584" y="2002536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01584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05088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Hierarchy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Is the reading order obvious?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3776472"/>
            <a:ext cx="73152" cy="171907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2688" y="3995928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36192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Access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36192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Are contrast, labels, text size and alt text adequate?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15968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15968" y="3776472"/>
            <a:ext cx="73152" cy="171907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17136" y="3995928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7136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Story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Do evidence and action connect logically?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00416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00416" y="3776472"/>
            <a:ext cx="73152" cy="171907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01584" y="399592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Fit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05088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Does the output match the audience and channel?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ACTIVITY 07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What Good Looks 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810512"/>
            <a:ext cx="10652760" cy="100584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1168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A completed peer-review log, revised infographic and short reflection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154680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154680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8408" y="33741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3832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337560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21608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Feedback contains observations, not taste-only comments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79" y="3154680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79" y="3154680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7647" y="33741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7" y="33832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1151" y="3337560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1151" y="3721608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Every score has evidence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96512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96512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8408" y="431596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432511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279392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912" y="4663440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One high-impact change is prioritised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79" y="4096512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79" y="4096512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27647" y="431596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7" y="432511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31151" y="4279392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31151" y="4663440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Revised PPTX remains editable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038344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5038344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78408" y="5257800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" y="5266944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81912" y="5221224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81912" y="5605272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Reflection explains how the change affects audience understanding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