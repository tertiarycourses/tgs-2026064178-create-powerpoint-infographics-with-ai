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07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Peer Coaching and Story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PowerPoint + peer review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07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07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