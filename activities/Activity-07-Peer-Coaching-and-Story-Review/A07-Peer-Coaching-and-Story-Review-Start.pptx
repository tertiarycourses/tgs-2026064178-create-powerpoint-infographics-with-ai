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07 · START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PowerPoint + peer review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07 · EDITABLE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Build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Replace this placeholder with your editable infographic or evidence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