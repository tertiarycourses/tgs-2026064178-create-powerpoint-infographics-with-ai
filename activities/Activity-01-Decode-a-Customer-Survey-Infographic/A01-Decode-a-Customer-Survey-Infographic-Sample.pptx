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858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ACTIVITY 01 · WORKED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Use AI to Clean Data and Extract Insights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5B6372"/>
                </a:solidFill>
                <a:latin typeface="Arial"/>
              </a:rPr>
              <a:t>Northstar Retail Singapore · synthetic practice scenario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94760"/>
            <a:ext cx="10561320" cy="12344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069080"/>
            <a:ext cx="9966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1F6FEB"/>
                </a:solidFill>
                <a:latin typeface="Arial"/>
              </a:rPr>
              <a:t>TOOL 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34840"/>
            <a:ext cx="9966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Approved AI assistant + Excel + PowerPoint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Arial"/>
              </a:rPr>
              <a:t>ACTIVITY 01 · FULL COPY-READY TEXT IN PROMPTS.MD AND AI PROMPT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AI Prompt Starters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TGS-2026064178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55648"/>
            <a:ext cx="5166360" cy="184708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755648"/>
            <a:ext cx="73152" cy="1847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1975104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984248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1938528"/>
            <a:ext cx="41788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Data analyst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322576"/>
            <a:ext cx="4178808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Using only the attached approved sources, create a source register, identify duplicates or conflicting definitions, clean the table, show formulas or transformations, and return five candidate insights with citations, caveats and a con…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1755648"/>
            <a:ext cx="5166360" cy="184708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755648"/>
            <a:ext cx="73152" cy="1847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45936" y="1975104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5936" y="1984248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1938528"/>
            <a:ext cx="41788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Infographic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322576"/>
            <a:ext cx="4178808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Create a one-page executive infographic for Singapore retail managers. Lead with one decision insight, show three supporting metrics, include a five-stage flow and a source footer. Use a clean professional style, strong hierarchy and n…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877056"/>
            <a:ext cx="5166360" cy="184708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877056"/>
            <a:ext cx="73152" cy="184708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2688" y="4096512"/>
            <a:ext cx="438912" cy="43891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4105656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059936"/>
            <a:ext cx="41788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  <a:latin typeface="Arial"/>
              </a:rPr>
              <a:t>Text to image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443984"/>
            <a:ext cx="4178808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Create a clean vector-like sustainability delivery illustration for a PowerPoint infographic: one electric van, one reusable parcel, a simple route and a feedback symbol. Transparent background, consistent blue/teal/violet/amber palett…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3877056"/>
            <a:ext cx="5166360" cy="184708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3877056"/>
            <a:ext cx="73152" cy="184708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45936" y="4096512"/>
            <a:ext cx="438912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45936" y="4105656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4059936"/>
            <a:ext cx="41788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Arial"/>
              </a:rPr>
              <a:t>Gemini Notebook deck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4443984"/>
            <a:ext cx="4178808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Create Presenter Slides for business stakeholders. Focus on the verified decision insight, use a concise professional style, include source-grounded comparisons and a final recommendation. Avoid claims not supported by selected sources…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ACTIVITY 01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The Scenario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TGS-2026064178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10698480" cy="16916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783080"/>
            <a:ext cx="73152" cy="16916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200253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1965960"/>
            <a:ext cx="9710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350008"/>
            <a:ext cx="9710928" cy="978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Northstar Retail's marketing lead has a one-page customer survey infographic built from 420 synthetic Q2 responses. Leadership wants to know which customer experience deserves further investigation.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76472"/>
            <a:ext cx="10698480" cy="16916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776472"/>
            <a:ext cx="73152" cy="16916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2688" y="399592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36192" y="3959352"/>
            <a:ext cx="9710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Decision pressure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36192" y="4343400"/>
            <a:ext cx="9710928" cy="978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Use an approved AI assistant with the supplied CSV, workbook and source notes to produce a clean analysis and candidate insights. Verify every number in Excel before recommending one next step.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ACTIVITY 01 ·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Collect, Clean, Analyse, Verify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TGS-2026064178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920240"/>
            <a:ext cx="73152" cy="35661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86968" y="213969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0472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Collect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Register the approved CSV, workbook and research notes.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4017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84017" y="1920240"/>
            <a:ext cx="73152" cy="3566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85185" y="213969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85185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8689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Clean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88689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Standardise labels, units and missing-value handling without changing raw evidence.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82235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82235" y="1920240"/>
            <a:ext cx="73152" cy="35661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83403" y="2139696"/>
            <a:ext cx="438912" cy="43891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83403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86907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  <a:latin typeface="Arial"/>
              </a:rPr>
              <a:t>Analyse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86907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Prompt AI for patterns, exceptions and competing explanations.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80452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80452" y="1920240"/>
            <a:ext cx="73152" cy="3566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481620" y="2139696"/>
            <a:ext cx="438912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81620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85124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Arial"/>
              </a:rPr>
              <a:t>Verify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85124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Reproduce critical calculations and trace every claim to a source.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78670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478670" y="1920240"/>
            <a:ext cx="73152" cy="35661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679838" y="213969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79838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3342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Extract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3342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Write show–mean–matter–act insights with caveats.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Arial"/>
              </a:rPr>
              <a:t>ACTIVITY 01 ·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Worked Output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TGS-2026064178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783080"/>
            <a:ext cx="73152" cy="171907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200253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1965960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78%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350008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Overall satisfaction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783080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1783080"/>
            <a:ext cx="73152" cy="171907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17136" y="200253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1965960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86%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2350008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Repeat-customer satisfaction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00416" y="1783080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00416" y="1783080"/>
            <a:ext cx="73152" cy="171907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01584" y="2002536"/>
            <a:ext cx="438912" cy="43891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01584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05088" y="1965960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  <a:latin typeface="Arial"/>
              </a:rPr>
              <a:t>69%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05088" y="2350008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First-time-customer satisfaction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3776472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3776472"/>
            <a:ext cx="73152" cy="171907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32688" y="3995928"/>
            <a:ext cx="438912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36192" y="3959352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Arial"/>
              </a:rPr>
              <a:t>+11 pts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36192" y="4343400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Mobile-app users vs non-users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15968" y="3776472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15968" y="3776472"/>
            <a:ext cx="73152" cy="171907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517136" y="3995928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17136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0" y="3959352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420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4343400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Survey responses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00416" y="3776472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00416" y="3776472"/>
            <a:ext cx="73152" cy="171907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101584" y="399592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3959352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Q2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05088" y="4343400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Synthetic reporting period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ACTIVITY 01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What Good Looks Like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TGS-2026064178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810512"/>
            <a:ext cx="10652760" cy="100584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1168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A cleaned analysis workbook, AI prompt/source log, annotated insight slide and one-sentence recommendation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154680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154680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8408" y="337413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33832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337560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21608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Observation uses visible values and correct units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79" y="3154680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79" y="3154680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27647" y="337413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7" y="33832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31151" y="3337560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31151" y="3721608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Interpretation is labelled as interpretation, not fact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096512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96512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78408" y="431596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432511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4279392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81912" y="4663440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Source, timeframe and sample size are visible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79" y="4096512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79" y="4096512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327647" y="431596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7" y="432511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31151" y="4279392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31151" y="4663440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Action is proportionate to the evidence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5038344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5038344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78408" y="5257800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8408" y="5266944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81912" y="5221224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81912" y="5605272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Editable PPTX opens without repair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