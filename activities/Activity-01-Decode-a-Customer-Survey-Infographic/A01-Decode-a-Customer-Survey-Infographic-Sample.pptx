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858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ACTIVITY 01 · WORKED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Decode a Customer Survey Infographic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5B6372"/>
                </a:solidFill>
                <a:latin typeface="Arial"/>
              </a:rPr>
              <a:t>Northstar Retail Singapore · synthetic practice scenario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94760"/>
            <a:ext cx="10561320" cy="12344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069080"/>
            <a:ext cx="9966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1F6FEB"/>
                </a:solidFill>
                <a:latin typeface="Arial"/>
              </a:rPr>
              <a:t>TOOL 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34840"/>
            <a:ext cx="9966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PowerPoint + Excel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ACTIVITY 01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The Scenario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TGS-2024048310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10698480" cy="16916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83080"/>
            <a:ext cx="73152" cy="16916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200253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1965960"/>
            <a:ext cx="9710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50008"/>
            <a:ext cx="9710928" cy="978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Northstar Retail's marketing lead has a one-page customer survey infographic built from 420 synthetic Q2 responses. Leadership wants to know which customer experience deserves further investigation.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76472"/>
            <a:ext cx="10698480" cy="16916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776472"/>
            <a:ext cx="73152" cy="16916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2688" y="399592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36192" y="3959352"/>
            <a:ext cx="9710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Decision pressure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36192" y="4343400"/>
            <a:ext cx="9710928" cy="978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Use the supplied CSV, workbook and sample deck to separate observations from interpretations and recommend one next step without overstating the evidence.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ACTIVITY 01 ·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From Visual Pattern to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TGS-2024048310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920240"/>
            <a:ext cx="73152" cy="35661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86968" y="213969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0472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Clarify the business question and audience.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4017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84017" y="1920240"/>
            <a:ext cx="73152" cy="3566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85185" y="213969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85185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8689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Read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8689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Check title, units, source, timeframe and denominator.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82235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82235" y="1920240"/>
            <a:ext cx="73152" cy="35661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83403" y="2139696"/>
            <a:ext cx="438912" cy="43891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83403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86907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Arial"/>
              </a:rPr>
              <a:t>Compare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86907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Find the largest, smallest, change and exception.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80452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80452" y="1920240"/>
            <a:ext cx="73152" cy="3566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481620" y="2139696"/>
            <a:ext cx="438912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81620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85124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rial"/>
              </a:rPr>
              <a:t>Qualify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85124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State uncertainty, sample limits and alternative explanations.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78670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478670" y="1920240"/>
            <a:ext cx="73152" cy="35661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679838" y="213969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79838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3342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3342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Recommend an evidence-proportionate next step.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Arial"/>
              </a:rPr>
              <a:t>ACTIVITY 01 ·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Worked Output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TGS-2024048310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83080"/>
            <a:ext cx="73152" cy="171907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200253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1965960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78%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50008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Overall satisfaction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783080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1783080"/>
            <a:ext cx="73152" cy="171907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17136" y="200253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1965960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86%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2350008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Repeat-customer satisfaction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00416" y="1783080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00416" y="1783080"/>
            <a:ext cx="73152" cy="171907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01584" y="2002536"/>
            <a:ext cx="438912" cy="43891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01584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05088" y="1965960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Arial"/>
              </a:rPr>
              <a:t>69%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05088" y="2350008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First-time-customer satisfaction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776472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3776472"/>
            <a:ext cx="73152" cy="171907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32688" y="3995928"/>
            <a:ext cx="438912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36192" y="3959352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rial"/>
              </a:rPr>
              <a:t>+11 pts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36192" y="4343400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Mobile-app users vs non-users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15968" y="3776472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15968" y="3776472"/>
            <a:ext cx="73152" cy="171907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17136" y="3995928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17136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0" y="3959352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420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4343400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Survey responses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00416" y="3776472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00416" y="3776472"/>
            <a:ext cx="73152" cy="171907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101584" y="399592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3959352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Q2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05088" y="4343400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Synthetic reporting period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ACTIVITY 01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What Good Looks Like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TGS-2024048310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810512"/>
            <a:ext cx="10652760" cy="100584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1168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An annotated insight slide plus a one-sentence recommendation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154680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154680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8408" y="337413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33832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337560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21608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Observation uses visible values and correct units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79" y="3154680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79" y="3154680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27647" y="337413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7" y="33832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31151" y="3337560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31151" y="3721608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Interpretation is labelled as interpretation, not fact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096512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96512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78408" y="431596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432511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4279392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81912" y="4663440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Source, timeframe and sample size are visible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79" y="4096512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79" y="4096512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327647" y="431596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7" y="432511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31151" y="4279392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31151" y="4663440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Action is proportionate to the evidence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5038344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5038344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78408" y="5257800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" y="5266944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81912" y="5221224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81912" y="5605272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Editable PPTX opens without repair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