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8580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ACTIVITY 01 · START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Use AI to Clean Data and Extract Insights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5B6372"/>
                </a:solidFill>
                <a:latin typeface="Arial"/>
              </a:rPr>
              <a:t>Northstar Retail Singapore · synthetic practice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94760"/>
            <a:ext cx="10561320" cy="123444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069080"/>
            <a:ext cx="9966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TOOL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34840"/>
            <a:ext cx="9966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61B26"/>
                </a:solidFill>
                <a:latin typeface="Arial"/>
              </a:rPr>
              <a:t>Approved AI assistant + Excel + PowerPoint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Arial"/>
              </a:rPr>
              <a:t>ACTIVITY 01 · FULL COPY-READY TEXT IN PROMPTS.MD AND AI PROMPT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AI Prompt Starters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73152" cy="1847088"/>
          </a:xfrm>
          <a:prstGeom prst="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438912" cy="438912"/>
          </a:xfrm>
          <a:prstGeom prst="roundRect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Using only the attached approved sources, create a source register, identify duplicates or conflicting definitions, clean the table, show formulas or transformations, and return five candidate insights with citations, caveats and a con…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755648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755648"/>
            <a:ext cx="73152" cy="184708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45936" y="1975104"/>
            <a:ext cx="438912" cy="438912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984248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1938528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Arial"/>
              </a:rPr>
              <a:t>Infographic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322576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one-page executive infographic for Singapore retail managers. Lead with one decision insight, show three supporting metrics, include a five-stage flow and a source footer. Use a clean professional style, strong hierarchy and n…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877056"/>
            <a:ext cx="73152" cy="184708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4096512"/>
            <a:ext cx="438912" cy="438912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Arial"/>
              </a:rPr>
              <a:t>Text to image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a clean vector-like sustainability delivery illustration for a PowerPoint infographic: one electric van, one reusable parcel, a simple route and a feedback symbol. Transparent background, consistent blue/teal/violet/amber palett…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44768" y="3877056"/>
            <a:ext cx="5166360" cy="1847088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877056"/>
            <a:ext cx="73152" cy="184708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45936" y="4096512"/>
            <a:ext cx="438912" cy="438912"/>
          </a:xfrm>
          <a:prstGeom prst="round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4105656"/>
            <a:ext cx="438912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4059936"/>
            <a:ext cx="4178808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rial"/>
              </a:rPr>
              <a:t>Gemini Notebook deck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4443984"/>
            <a:ext cx="4178808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61B26"/>
                </a:solidFill>
                <a:latin typeface="Arial"/>
              </a:rPr>
              <a:t>Create Presenter Slides for business stakeholders. Focus on the verified decision insight, use a concise professional style, include source-grounded comparisons and a final recommendation. Avoid claims not supported by selected sources…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84048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Arial"/>
              </a:rPr>
              <a:t>ACTIVITY 01 · EDITABLE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749808"/>
            <a:ext cx="107899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161B26"/>
                </a:solidFill>
                <a:latin typeface="Arial"/>
              </a:rPr>
              <a:t>Build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44752"/>
            <a:ext cx="108813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TGS-2026064178 · ACTIVITY PRACTICE · Tertiary Infotech Academy Pte Ltd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52760" cy="4297680"/>
          </a:xfrm>
          <a:prstGeom prst="roundRect">
            <a:avLst/>
          </a:prstGeom>
          <a:solidFill>
            <a:srgbClr val="F5F8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2004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5B6372"/>
                </a:solidFill>
                <a:latin typeface="Arial"/>
              </a:rPr>
              <a:t>Replace this placeholder with your editable infographic or evidence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