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01 · START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Decode a Customer Survey Infographic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PowerPoint + Excel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01 · EDITABLE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Build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52760" cy="429768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372"/>
                </a:solidFill>
                <a:latin typeface="Arial"/>
              </a:rPr>
              <a:t>Replace this placeholder with your editable infographic or evidence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