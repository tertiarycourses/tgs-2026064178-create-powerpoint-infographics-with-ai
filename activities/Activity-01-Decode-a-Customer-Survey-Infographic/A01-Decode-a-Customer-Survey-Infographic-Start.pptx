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01 · START FILE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Interpret a Statistical KPI Infographic</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 Excel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01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01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statistical KPI infographic about Interpret a Statistical KPI Infographic.</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1. 78%</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2. 86%</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3. 69%</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+11 pts</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5. 420</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retail management team</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final insight clearly separates what the data shows, what it may mean, why it matters and what should happen next.</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01 · EDITABLE CANVAS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Build Here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77240" y="1783080"/>
            <a:ext cx="10652760" cy="429768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200400"/>
            <a:ext cx="10058400" cy="640080"/>
          </a:xfrm>
          <a:prstGeom prst="rect">
            <a:avLst/>
          </a:prstGeom>
          <a:noFill/>
        </p:spPr>
        <p:txBody>
          <a:bodyPr wrap="square" anchor="t">
            <a:spAutoFit/>
          </a:bodyPr>
          <a:lstStyle/>
          <a:p>
            <a:pPr algn="ctr"/>
            <a:r>
              <a:rPr sz="1800" b="0">
                <a:solidFill>
                  <a:srgbClr val="5B6372"/>
                </a:solidFill>
                <a:latin typeface="Arial"/>
              </a:rPr>
              <a:t>Replace this placeholder with your editable infographic or evidence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