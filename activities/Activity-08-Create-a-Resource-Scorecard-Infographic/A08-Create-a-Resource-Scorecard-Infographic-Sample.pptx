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08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Resource Scorecard Infographic</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Excel scorecard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08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08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resource scorecard infographic about Create a Resource Scorecard Infographic.</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1. 35%</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2. 20%</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3. 15%</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4. 15%</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5. 15%</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budget and governance committee</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recommendation names the preferred workflow, budget, ownership, governance controls, success metrics and review date.</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08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 can fund one standard workflow for 12 staff. Options include PowerPoint templates only, PowerPoint with Microsoft 365 Copilot, a Copilot-first governed workflow, or a mixed approved workflow with PowerPoint as the controlled final-production layer.</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Use the supplied budget workbook and effectiveness evidence to recommend a 12-month tool, training and governance plan aligned with business outcomes.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08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Investment Decision Loop</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Need</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Define outputs, volume, users and business outcomes.</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Compare</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Score capability, cost, workflow and risk.</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Pilot</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Test the same brief in shortlisted workflows.</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Measure</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Collect quality, time, adoption and outcome evidence.</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Decide</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Recommend tools, budget, controls and review 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08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35%</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Message and data effectiveness</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20%</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Editability and workflow fit</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15%</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Brand and accessibility control</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15%</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Privacy, rights and governance</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15%</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Total resource cost</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Gate</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No option passes with unverified data or public answer-key risk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08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 weighted resource-scorecard infographic and one-page workflow recommendation</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All options use the same criteria and scale</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Total cost includes hidden resource costs</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Governance gates override weighted score</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Workbook has zero formula errors</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Recommendation names budget, controls, metrics, owner and review 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