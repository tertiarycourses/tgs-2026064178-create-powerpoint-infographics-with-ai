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Ready Meals closes the revenue gap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Jan–Jun revenue (SGD '000)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Beverages</c:v>
                </c:pt>
                <c:pt idx="1">
                  <c:v>Ready Meals</c:v>
                </c:pt>
                <c:pt idx="2">
                  <c:v>Snacks</c:v>
                </c:pt>
                <c:pt idx="3">
                  <c:v>Household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Revenue (SGD '000)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ACTIVITY 05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Use AI Analysis to Build a Native PowerPoint Data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rial"/>
              </a:rPr>
              <a:t>Northstar Retail Singapore · synthetic practice scenario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TOOL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Approved AI assistant + Excel + native PowerPoint chart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ACTIVITY 05 · FULL COPY-READY TEXT IN PROMPTS.MD AND AI PROMPT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AI Prompt Starters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73152" cy="1847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75104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84248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38528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22576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Using only the attached approved sources, create a source register, identify duplicates or conflicting definitions, clean the table, show formulas or transformations, and return five candidate insights with citations, caveats and a con…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755648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755648"/>
            <a:ext cx="73152" cy="1847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45936" y="1975104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984248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938528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Infographic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322576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a one-page executive infographic for Singapore retail managers. Lead with one decision insight, show three supporting metrics, include a five-stage flow and a source footer. Use a clean professional style, strong hierarchy and n…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77056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877056"/>
            <a:ext cx="73152" cy="18470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4096512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105656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059936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Text to 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443984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a clean vector-like sustainability delivery illustration for a PowerPoint infographic: one electric van, one reusable parcel, a simple route and a feedback symbol. Transparent background, consistent blue/teal/violet/amber palett…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3877056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3877056"/>
            <a:ext cx="73152" cy="18470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45936" y="4096512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4105656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059936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Gemini Notebook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43984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Presenter Slides for business stakeholders. Focus on the verified decision insight, use a concise professional style, include source-grounded comparisons and a final recommendation. Avoid claims not supported by selected sources…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ACTIVITY 05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The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Northstar's marketing team must choose one product family for the next promotion. The supplied workbook contains monthly revenue, units, margin and returns for four categories.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Prompt an approved AI assistant to analyse the workbook and propose candidate insights. Reproduce the selected calculations in Excel, then create an editable PowerPoint chart with an explicit decision implication.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ACTIVITY 05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Data-to-Decision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Define which products to promote and why.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Ask AI to flag data types, missing values, duplicates and inconsistent periods.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Choose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Select metric and chart based on the relationship.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or paste a native editable PowerPoint chart.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Explain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Write the action title, annotation and implication.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ACTIVITY 05 ·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Beverages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Highest revenue; stable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Ready meals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Fastest Q2 growth; above-floor margin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Snacks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High volume; lower margin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Household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Seasonal spike; higher returns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3776472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17136" y="3995928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Metric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Revenue + growth + margin, not volume alone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0416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0416" y="3776472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01584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088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Test Ready Meals as the campaign hero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ACTIVITY 05 · WORKED POWERPOINT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Native Editable Chart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737360"/>
          <a:ext cx="74066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85632" y="1874519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DECISION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2359152"/>
            <a:ext cx="2880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Ready Meals is the strongest growth story; retain category context and verify seasonality before reallocating promotion spend.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3858768"/>
            <a:ext cx="2880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Synthetic Northstar data · Jan–Jun 2026 · native chart remains editable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ACTIVITY 05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An AI analysis log, verified formula workbook, native editable PowerPoint chart and annotated decision slide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Workbook has zero formula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Chart type matches the relationship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Action title states a defensible insight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One accent highlights the decision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Source, timeframe, unit and limitation are visible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