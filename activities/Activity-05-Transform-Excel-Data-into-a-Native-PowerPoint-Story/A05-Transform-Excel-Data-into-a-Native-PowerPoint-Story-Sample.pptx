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05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Transform Excel Data into a Native PowerPoint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Excel + native PowerPoint chart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05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Northstar's marketing team must choose one product family for the next promotion. The supplied workbook contains monthly revenue, units, margin and returns for four categories.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an editable PowerPoint chart that combines the right metric with an explicit decision implication. Do not paste a screenshot-only chart.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05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Data-to-Decision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Define which products to promote and why.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Prepare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Check data types, missing values and consistent periods.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Choose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Select metric and chart based on the relationship.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or paste a native editable PowerPoint chart.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Explain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Write the action title, annotation and implication.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05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Beverages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Highest revenue; stable margin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Ready meals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Fastest Q2 growth; above-floor margin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Snacks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High volume; lower margin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Household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Seasonal spike; higher returns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Metric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Revenue + growth + margin, not volume alone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Action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Test Ready Meals as the campaign hero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 native editable PowerPoint chart plus an annotated decision slide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Workbook has zero formula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Chart type matches the relationship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Action title states a defensible insight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One accent highlights the decision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Source, timeframe, unit and limitation are visible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