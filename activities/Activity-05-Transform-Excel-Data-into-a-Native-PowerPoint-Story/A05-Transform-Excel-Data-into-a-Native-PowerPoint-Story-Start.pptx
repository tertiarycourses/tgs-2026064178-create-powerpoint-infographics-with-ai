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858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ACTIVITY 05 · START 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Transform Excel Data into a Native PowerPoint 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5B6372"/>
                </a:solidFill>
                <a:latin typeface="Arial"/>
              </a:rPr>
              <a:t>Northstar Retail Singapore · synthetic practice scenario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94760"/>
            <a:ext cx="10561320" cy="123444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069080"/>
            <a:ext cx="9966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1F6FEB"/>
                </a:solidFill>
                <a:latin typeface="Arial"/>
              </a:rPr>
              <a:t>TOOL 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34840"/>
            <a:ext cx="9966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Excel + native PowerPoint chart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ACTIVITY 05 · EDITABLE CANVAS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Build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TGS-2024048310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783080"/>
            <a:ext cx="10652760" cy="429768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20040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B6372"/>
                </a:solidFill>
                <a:latin typeface="Arial"/>
              </a:rPr>
              <a:t>Replace this placeholder with your editable infographic or evidence slide.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