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05 · START FILE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Comparison Data Story with Copilot and PowerPoint</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Excel + native PowerPoint chart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05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05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comparison data-story infographic about Create a Comparison Data Story with Copilot and PowerPoint.</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Beverages</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Ready meals</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Snacks</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Household</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Metric</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marketing leadership team</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chart is native/editable, uses an appropriate form, retains source context and makes a proportionate product-promotion recommendation.</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05 · EDITABLE CANVAS</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Build Here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77240" y="1783080"/>
            <a:ext cx="10652760" cy="429768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00400"/>
            <a:ext cx="10058400" cy="640080"/>
          </a:xfrm>
          <a:prstGeom prst="rect">
            <a:avLst/>
          </a:prstGeom>
          <a:noFill/>
        </p:spPr>
        <p:txBody>
          <a:bodyPr wrap="square" anchor="t">
            <a:spAutoFit/>
          </a:bodyPr>
          <a:lstStyle/>
          <a:p>
            <a:pPr algn="ctr"/>
            <a:r>
              <a:rPr sz="1800" b="0">
                <a:solidFill>
                  <a:srgbClr val="5B6372"/>
                </a:solidFill>
                <a:latin typeface="Arial"/>
              </a:rPr>
              <a:t>Replace this placeholder with your editable infographic or evidence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