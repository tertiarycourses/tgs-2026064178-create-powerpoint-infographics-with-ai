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06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Generate and Refine an AI-Assisted Infographic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Copilot / AI Designer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06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