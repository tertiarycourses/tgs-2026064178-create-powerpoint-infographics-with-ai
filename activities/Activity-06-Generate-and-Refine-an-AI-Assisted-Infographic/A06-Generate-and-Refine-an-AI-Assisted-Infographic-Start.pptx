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06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Hierarchy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06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06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hierarchy infographic about Create a Hierarchy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Goal</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Outcome</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Measure</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Owner</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Review</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executive leadership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slide records the prompt, sources and human changes; all claims are verified and the decision evidence remains editable.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06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