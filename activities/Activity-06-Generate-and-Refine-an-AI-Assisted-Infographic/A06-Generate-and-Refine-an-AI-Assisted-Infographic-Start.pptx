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ACTIVITY 06 · START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Compare Microsoft 365 Copilot and Gemini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rial"/>
              </a:rPr>
              <a:t>Northstar Retail Singapore · synthetic practice scenario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05613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TOOL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Microsoft 365 Copilot + Gemini Notebook + 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ACTIVITY 06 · FULL COPY-READY TEXT IN PROMPTS.MD AND AI PROMPT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AI Prompt Starters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TGS-2026064178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55648"/>
            <a:ext cx="5166360" cy="184708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55648"/>
            <a:ext cx="73152" cy="1847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1975104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84248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38528"/>
            <a:ext cx="41788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Data 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22576"/>
            <a:ext cx="4178808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Using only the attached approved sources, create a source register, identify duplicates or conflicting definitions, clean the table, show formulas or transformations, and return five candidate insights with citations, caveats and a con…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755648"/>
            <a:ext cx="5166360" cy="184708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755648"/>
            <a:ext cx="73152" cy="1847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45936" y="1975104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984248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938528"/>
            <a:ext cx="41788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Infographic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322576"/>
            <a:ext cx="4178808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Create a one-page executive infographic for Singapore retail managers. Lead with one decision insight, show three supporting metrics, include a five-stage flow and a source footer. Use a clean professional style, strong hierarchy and n…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77056"/>
            <a:ext cx="5166360" cy="184708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877056"/>
            <a:ext cx="73152" cy="184708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2688" y="4096512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105656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4059936"/>
            <a:ext cx="41788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rial"/>
              </a:rPr>
              <a:t>Text to image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4443984"/>
            <a:ext cx="4178808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Create a clean vector-like sustainability delivery illustration for a PowerPoint infographic: one electric van, one reusable parcel, a simple route and a feedback symbol. Transparent background, consistent blue/teal/violet/amber palett…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3877056"/>
            <a:ext cx="5166360" cy="184708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3877056"/>
            <a:ext cx="73152" cy="184708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45936" y="4096512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4105656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059936"/>
            <a:ext cx="41788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rial"/>
              </a:rPr>
              <a:t>Gemini Notebook deck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443984"/>
            <a:ext cx="4178808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Create Presenter Slides for business stakeholders. Focus on the verified decision insight, use a concise professional style, include source-grounded comparisons and a final recommendation. Avoid claims not supported by selected sources…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ACTIVITY 06 · EDITABLE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Build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TGS-2026064178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1065276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2004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5B6372"/>
                </a:solidFill>
                <a:latin typeface="Arial"/>
              </a:rPr>
              <a:t>Replace this placeholder with your editable infographic or evidence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