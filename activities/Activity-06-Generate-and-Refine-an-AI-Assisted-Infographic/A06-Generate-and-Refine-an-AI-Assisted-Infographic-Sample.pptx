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06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Generate and Refine an AI-Assisted Infographic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Copilot / AI Designer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06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 wants an executive one-slide infographic summarising the sustainable-delivery pilot. Copilot or AI Designer may generate a layout, section titles and supporting image ideas from the approved source pack.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Generate two options, compare them, then rebuild the selected direction into an editable, verified and accessible PowerPoint slide.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06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Prompt, Generate, Verify, Rebuild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Specify role, audience, purpose, data and constraints.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Generate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Request two visual directions or a single-slide concept.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Check every claim, number and generated image.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Rebuild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Replace weak layouts with editable native objects.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Approve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Record source, prompt, human changes and final owner.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06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Every fact and number matches the approved source.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Privacy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 personal or restricted data enters an unapproved service.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Rights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Images, icons, fonts and templates are permitted.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Access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Reading order, contrast, labels and alt text are checked.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The approved master, voice and assets are applied.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Owner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 named human approves and remains accountable.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06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Two AI layout options, one reviewed final infographic and a prompt/source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Prompt names audience, objective, data and constraints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Every claim matches the source workbook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Critical evidence is editable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Privacy, rights, brand and accessibility are checked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Prompt, human changes, reviewer and owner are recorded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