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ACTIVITY 06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Compare Microsoft 365 Copilot and Gemini Notebook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rial"/>
              </a:rPr>
              <a:t>Northstar Retail Singapore · synthetic practice scenario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rial"/>
              </a:rPr>
              <a:t>TOOL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rial"/>
              </a:rPr>
              <a:t>Microsoft 365 Copilot + Gemini Notebook + PowerPoint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06 · FULL COPY-READY TEXT IN PROMPTS.MD AND AI PROMPT LAB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AI Prompt Starters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73152" cy="184708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1975104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Using only the attached approved sources, create a source register, identify duplicates or conflicting definitions, clean the table, show formulas or transformations, and return five candidate insights with citations, caveats and a con…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55648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44768" y="1755648"/>
            <a:ext cx="73152" cy="184708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45936" y="1975104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1984248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1938528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Infographic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322576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one-page executive infographic for Singapore retail managers. Lead with one decision insight, show three supporting metrics, include a five-stage flow and a source footer. Use a clean professional style, strong hierarchy and 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877056"/>
            <a:ext cx="73152" cy="1847088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" y="4096512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Text to image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a clean vector-like sustainability delivery illustration for a PowerPoint infographic: one electric van, one reusable parcel, a simple route and a feedback symbol. Transparent background, consistent blue/teal/violet/amber palett…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3877056"/>
            <a:ext cx="5166360" cy="184708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44768" y="3877056"/>
            <a:ext cx="73152" cy="184708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4096512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45936" y="4105656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059936"/>
            <a:ext cx="417880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Gemini Notebook deck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443984"/>
            <a:ext cx="4178808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Create Presenter Slides for business stakeholders. Focus on the verified decision insight, use a concise professional style, include source-grounded comparisons and a final recommendation. Avoid claims not supported by selected sources…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06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The Scenario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Northstar wants an executive infographic and short slide narrative summarising the sustainable-delivery pilot from a spreadsheet, policy note and stakeholder feedback summary.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Run the same verified brief through Microsoft 365 Copilot and Gemini Notebook. Generate a Gemini Notebook Infographic plus Presenter Slides, preserve the deck as PPTX where available or PDF with a documented rebuild route, compare both routes and refine the selected master in PowerPoint.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rial"/>
              </a:rPr>
              <a:t>ACTIVITY 06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One Brief, Two AI Routes, One PPTX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Load the approved source pack and freeze one comparison brief.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Microsoft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Generate an infographic or presentation direction with Copilot.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Gemini Notebook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Generate an infographic and Presenter Slides; download PowerPoint where available, with PDF fallback.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Compare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Score accuracy, citations, hierarchy, editability, brand, access and speed.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Refine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Choose, verify and rebuild the accountable PowerPoint master.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rial"/>
              </a:rPr>
              <a:t>ACTIVITY 06 ·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Every fact and number matches the approved source.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No personal or restricted data enters an unapproved service.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rial"/>
              </a:rPr>
              <a:t>Rights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Images, icons, fonts and templates are permitted.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rial"/>
              </a:rPr>
              <a:t>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Reading order, contrast, labels and alt text are checked.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15968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15968" y="3776472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17136" y="3995928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17136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Brand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The approved master, voice and assets are applied.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0416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900416" y="3776472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01584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Owner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05088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A named human approves and remains accountable.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ACTIVITY 06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rial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TGS-2026064178 · ACTIVITY PRACTICE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A Microsoft output, Gemini Notebook infographic and downloaded PPTX or PDF, comparison scorecard, reviewed final PowerPoint and prompt/source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Both tools used the same approved brief and source scope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Gemini Notebook deck was preserved as PPTX where available or PDF with a documented rebuild route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Every claim matches the source pack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Critical evidence is editable in the final PowerPoint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rial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rial"/>
              </a:rPr>
              <a:t>Both prompts, human changes, reviewer and owner are recorded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