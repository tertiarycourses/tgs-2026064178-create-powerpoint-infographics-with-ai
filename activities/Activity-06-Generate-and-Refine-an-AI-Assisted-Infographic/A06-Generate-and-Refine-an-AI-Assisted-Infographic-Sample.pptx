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06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Hierarchy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06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06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hierarchy infographic about Create a Hierarchy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Goal</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Outcome</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Measure</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Owner</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Review</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executive leadership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slide records the prompt, sources and human changes; all claims are verified and the decision evidence remains editable.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06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wants an executive hierarchy infographic connecting its service-trust goal to a recovery outcome, a four-hour measure, the customer-operations owner and a monthly review.</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Use Microsoft 365 Copilot with the approved strategy note to create two hierarchy directions. Verify the relationships, then rebuild the selected direction as an editable PowerPoint hierarchy.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06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Goal-to-Measure Hierarchy</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Ground</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Load the approved strategy note and metric definitions.</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Prompt</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Specify a five-level hierarchy, audience, decision and source rule.</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Generate</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Create two Copilot hierarchy directions in Wide format.</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Rebuild</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Make goal, outcome, measure, owner and review editable in PowerPoint.</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Verify</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Trace each relationship to the source and test reading order.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06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Goal</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Improve service trust within the customer-support function.</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Outcome</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Customers receive faster, clearer recovery updates.</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Measure</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Priority cases resolved within four hours.</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Owner</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Customer operations director.</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Review</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Monthly governance review with exception evidence.</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Gate</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No public claim without source, period and approval.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06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Two Copilot hierarchy directions, a reviewed editable PowerPoint hierarchy and a prompt/source log</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Both hierarchy directions use the same approved brief and source scope</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Goal, outcome, measure, owner and review logic are visible</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Every claim matches the source pack</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Critical evidence is editable in the final PowerPoint</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Prompts, human changes, reviewer and owner are recorded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