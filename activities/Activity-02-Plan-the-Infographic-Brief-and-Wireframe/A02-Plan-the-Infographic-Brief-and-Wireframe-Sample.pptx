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02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Plan the Infographic Brief and Wireframe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PowerPoint + Excel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02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plans a sustainable-delivery campaign. The communication manager needs a portrait infographic showing the customer journey from order to low-emission delivery.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wireframe that can later be built manually, from a Microsoft infographic template or with AI assistance without changing the approved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02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Plan Before Styling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Write the objective and audience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Curate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Select accurate, relevant, high-impact content.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Choose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Match the infographic type to the relationship.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Order message, evidence and action.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Sketch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Build the wireframe with boxes, arrows and placeholders.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02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Title states the audience-relevant message.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Source, timeframe, unit and scope.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One primary chart or process carries the proof.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Guidance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Arrows, order and whitespace control the reading path.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 concise implication or next step.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Footer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Source, owner, date and accessibility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 portrait infographic brief and low-fidelity PowerPoint wireframe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Audience question and action are explicit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Infographic form matches the relationship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Wireframe works without colour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Reading order is obvious at thumbnail size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Space exists for source and accessibility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