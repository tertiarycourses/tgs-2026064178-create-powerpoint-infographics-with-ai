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02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Design a Comparison Infographic Brief</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02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02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comparison infographic about Design a Comparison Infographic Brief.</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Hook</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Context</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Evidence</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Guidance</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Action</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communication manager</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wireframe communicates objective, hierarchy, evidence, flow, action and source space before visual styling begins.</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02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