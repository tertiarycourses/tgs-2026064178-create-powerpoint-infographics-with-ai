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02 · START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Plan the Infographic Brief and Wireframe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PowerPoint +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02 · EDITABLE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Build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TGS-2024048310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5B6372"/>
                </a:solidFill>
                <a:latin typeface="Arial"/>
              </a:rPr>
              <a:t>Replace this placeholder with your editable infographic or evidence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