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04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Create a Shape, Icon and SmartArt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PowerPoint Shapes, Icons and SmartArt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04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