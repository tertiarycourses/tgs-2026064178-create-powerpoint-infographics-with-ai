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ACTIVITY 04 · START 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60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rial"/>
              </a:rPr>
              <a:t>Generate Visual Assets and Refine Them in PowerPoint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971800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5B6372"/>
                </a:solidFill>
                <a:latin typeface="Arial"/>
              </a:rPr>
              <a:t>Northstar Retail Singapore · synthetic practice scenario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794760"/>
            <a:ext cx="10561320" cy="123444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069080"/>
            <a:ext cx="9966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TOOL WORKFLOW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434840"/>
            <a:ext cx="9966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61B26"/>
                </a:solidFill>
                <a:latin typeface="Arial"/>
              </a:rPr>
              <a:t>Text-to-image AI + PowerPoint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Arial"/>
              </a:rPr>
              <a:t>ACTIVITY 04 · FULL COPY-READY TEXT IN PROMPTS.MD AND AI PROMPT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AI Prompt Starters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088136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TGS-2026064178 · ACTIVITY PRACTICE · Tertiary Infotech Academy Pte Ltd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55648"/>
            <a:ext cx="5166360" cy="1847088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755648"/>
            <a:ext cx="73152" cy="184708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32688" y="1975104"/>
            <a:ext cx="438912" cy="438912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84248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36192" y="1938528"/>
            <a:ext cx="41788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Data analyst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36192" y="2322576"/>
            <a:ext cx="4178808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Using only the attached approved sources, create a source register, identify duplicates or conflicting definitions, clean the table, show formulas or transformations, and return five candidate insights with citations, caveats and a con…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44768" y="1755648"/>
            <a:ext cx="5166360" cy="1847088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755648"/>
            <a:ext cx="73152" cy="184708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45936" y="1975104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45936" y="1984248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1938528"/>
            <a:ext cx="41788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rial"/>
              </a:rPr>
              <a:t>Infographic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2322576"/>
            <a:ext cx="4178808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Create a one-page executive infographic for Singapore retail managers. Lead with one decision insight, show three supporting metrics, include a five-stage flow and a source footer. Use a clean professional style, strong hierarchy and n…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877056"/>
            <a:ext cx="5166360" cy="1847088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3877056"/>
            <a:ext cx="73152" cy="184708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32688" y="4096512"/>
            <a:ext cx="438912" cy="43891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" y="4105656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36192" y="4059936"/>
            <a:ext cx="41788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7C3AED"/>
                </a:solidFill>
                <a:latin typeface="Arial"/>
              </a:rPr>
              <a:t>Text to image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36192" y="4443984"/>
            <a:ext cx="4178808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Create a clean vector-like sustainability delivery illustration for a PowerPoint infographic: one electric van, one reusable parcel, a simple route and a feedback symbol. Transparent background, consistent blue/teal/violet/amber palett…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3877056"/>
            <a:ext cx="5166360" cy="1847088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3877056"/>
            <a:ext cx="73152" cy="184708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45936" y="4096512"/>
            <a:ext cx="438912" cy="438912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45936" y="4105656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4059936"/>
            <a:ext cx="41788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Arial"/>
              </a:rPr>
              <a:t>Gemini Notebook deck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4443984"/>
            <a:ext cx="4178808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Create Presenter Slides for business stakeholders. Focus on the verified decision insight, use a concise professional style, include source-grounded comparisons and a final recommendation. Avoid claims not supported by selected sources…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ACTIVITY 04 · EDITABLE CANVAS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Build Here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088136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TGS-2026064178 · ACTIVITY PRACTICE · Tertiary Infotech Academy Pte Ltd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783080"/>
            <a:ext cx="10652760" cy="429768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320040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5B6372"/>
                </a:solidFill>
                <a:latin typeface="Arial"/>
              </a:rPr>
              <a:t>Replace this placeholder with your editable infographic or evidence slide.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