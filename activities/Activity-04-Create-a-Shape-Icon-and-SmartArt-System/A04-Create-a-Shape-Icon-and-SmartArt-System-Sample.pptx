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04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Generate Visual Assets and Refine Them in PowerPoint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Text-to-image AI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04 · FULL COPY-READY TEXT IN PROMPTS.MD AND AI PROMPT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AI Prompt Starters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73152" cy="1847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75104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Using only the attached approved sources, create a source register, identify duplicates or conflicting definitions, clean the table, show formulas or transformations, and return five candidate insights with citations, caveats and a con…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755648"/>
            <a:ext cx="73152" cy="1847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1975104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Infographic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one-page executive infographic for Singapore retail managers. Lead with one decision insight, show three supporting metrics, include a five-stage flow and a source footer. Use a clean professional style, strong hierarchy and n…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77056"/>
            <a:ext cx="73152" cy="18470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4096512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Text to 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clean vector-like sustainability delivery illustration for a PowerPoint infographic: one electric van, one reusable parcel, a simple route and a feedback symbol. Transparent background, consistent blue/teal/violet/amber palett…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877056"/>
            <a:ext cx="73152" cy="184708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45936" y="4096512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Gemini Notebook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Presenter Slides for business stakeholders. Focus on the verified decision insight, use a concise professional style, include source-grounded comparisons and a final recommendation. Avoid claims not supported by selected sources…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04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The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6916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Northstar needs an editable five-stage process infographic for store managers. Use the supplied AI-generated sustainability asset sheet or regenerate a new set from the recorded text-to-image prompt.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76472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76472"/>
            <a:ext cx="73152" cy="1691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959352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Decision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343400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Use the images only as supporting visuals. Build all stage names, values, connectors, source labels and decision meaning as editable PowerPoint objects.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04 ·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Prompt-to-Asset-to-PowerPoint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Describe use, subject, style, palette and constraints.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4017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4017" y="1920240"/>
            <a:ext cx="73152" cy="3566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5185" y="213969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5185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8689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Generate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8689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one asset sheet or a consistent set of separate visuals.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2235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2235" y="1920240"/>
            <a:ext cx="73152" cy="3566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83403" y="213969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3403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907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Inspect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6907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Reject text errors, visual ambiguity, rights risks and inconsistent style.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0452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80452" y="192024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81620" y="2139696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1620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124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Insert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5124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Place approved assets without treating them as measured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867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867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7983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983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334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Refine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34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Add editable labels, shapes, connectors, alt text and source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04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Worked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Order confirmed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0025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Inventory reserved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6" y="1783080"/>
            <a:ext cx="73152" cy="17190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0253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1584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Route optimised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776472"/>
            <a:ext cx="73152" cy="17190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Low-emission delivery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3776472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995928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Customer 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0416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0416" y="3776472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1584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Rule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One stage, one verb, one icon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04 · SYNTHETIC VISUAL ASSETS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AI-Generated Practice Asset 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pic>
        <p:nvPicPr>
          <p:cNvPr id="8" name="Picture 7" descr="AI-Generated-Sustainability-Asset-Sheet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572768"/>
            <a:ext cx="4480560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6108192"/>
            <a:ext cx="10698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Synthetic training assets · prompt and provenance recorded in ASSET-MANIFEST.txt · no data claims embedded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04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What Good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10512"/>
            <a:ext cx="10652760" cy="100584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 prompt log, consistent AI-generated asset set, editable five-stage infographic and reusable PowerPoint component slide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Stages use equal size and spacing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7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7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1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1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Connectors remain attached when objects move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Icons use one family and have direct labels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27647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7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1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The reading path is obvious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038344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038344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" y="5257800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" y="5266944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1912" y="5221224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1912" y="5605272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All objects remain editable and grouped logically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