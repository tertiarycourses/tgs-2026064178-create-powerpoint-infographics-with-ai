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04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Create a Shape, Icon and SmartArt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PowerPoint Shapes, Icons and SmartArt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04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Northstar needs an editable five-stage process infographic for store managers. The current draft mixes icons, connector styles and uneven spacing.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Rebuild the process with a reusable stage component, PowerPoint alignment tools and a consistent icon/SmartArt choice.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04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Construct the Visual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Set guides, margins and safe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Shapes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one stage component and duplicate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Icons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Insert one consistent icon family.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short headings and direct explanations.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Align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Distribute, group and test the reading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04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Order confirmed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Inventory reserved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Route optimised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Low-emission delivery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Customer feedback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One stage, one verb, one icon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 five-stage process infographic and reusable component library slide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Stages use equal size and spacing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Connectors remain attached when objects move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Icons use one family and have direct labels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The reading path is obvious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All objects remain editable and grouped logically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