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ACTIVITY 08 · 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Budget and Effectiveness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B6372"/>
                </a:solidFill>
                <a:latin typeface="Arial"/>
              </a:rPr>
              <a:t>Northstar Retail Singapore · synthetic practice scenario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105613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06908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TOOL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34840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Excel scorecard + 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ACTIVITY 08 · FULL COPY-READY TEXT IN PROMPTS.MD AND AI PROMPT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AI Prompt Starters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TGS-2026064178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55648"/>
            <a:ext cx="5166360" cy="184708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55648"/>
            <a:ext cx="73152" cy="1847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1975104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84248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38528"/>
            <a:ext cx="41788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Data analyst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22576"/>
            <a:ext cx="4178808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Using only the attached approved sources, create a source register, identify duplicates or conflicting definitions, clean the table, show formulas or transformations, and return five candidate insights with citations, caveats and a con…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755648"/>
            <a:ext cx="5166360" cy="184708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755648"/>
            <a:ext cx="73152" cy="1847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45936" y="1975104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984248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938528"/>
            <a:ext cx="41788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Infographic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322576"/>
            <a:ext cx="4178808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Create a one-page executive infographic for Singapore retail managers. Lead with one decision insight, show three supporting metrics, include a five-stage flow and a source footer. Use a clean professional style, strong hierarchy and n…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77056"/>
            <a:ext cx="5166360" cy="184708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877056"/>
            <a:ext cx="73152" cy="184708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2688" y="4096512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105656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6192" y="4059936"/>
            <a:ext cx="41788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rial"/>
              </a:rPr>
              <a:t>Text to image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4443984"/>
            <a:ext cx="4178808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Create a clean vector-like sustainability delivery illustration for a PowerPoint infographic: one electric van, one reusable parcel, a simple route and a feedback symbol. Transparent background, consistent blue/teal/violet/amber palett…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3877056"/>
            <a:ext cx="5166360" cy="184708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3877056"/>
            <a:ext cx="73152" cy="184708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45936" y="4096512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5936" y="4105656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059936"/>
            <a:ext cx="41788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rial"/>
              </a:rPr>
              <a:t>Gemini Notebook deck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443984"/>
            <a:ext cx="4178808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Create Presenter Slides for business stakeholders. Focus on the verified decision insight, use a concise professional style, include source-grounded comparisons and a final recommendation. Avoid claims not supported by selected sources…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ACTIVITY 08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The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TGS-2026064178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6916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Northstar can fund one standard workflow for 12 staff. Options include PowerPoint templates only, PowerPoint with Copilot, Gemini Notebook with PowerPoint, or a mixed AI workflow with PowerPoint as the controlled final-production layer.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76472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76472"/>
            <a:ext cx="73152" cy="16916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959352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Decision pressure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4343400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Use the supplied budget workbook and effectiveness evidence to recommend a 12-month tool, training and governance plan aligned with business outcomes.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ACTIVITY 08 ·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Investment Decision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TGS-2026064178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Define outputs, volume, users and business outcomes.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4017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4017" y="1920240"/>
            <a:ext cx="73152" cy="3566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85185" y="213969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85185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8689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8689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Score capability, cost, workflow and risk.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2235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2235" y="1920240"/>
            <a:ext cx="73152" cy="35661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83403" y="213969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83403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86907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rial"/>
              </a:rPr>
              <a:t>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86907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Test the same brief in shortlisted workflows.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80452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80452" y="1920240"/>
            <a:ext cx="73152" cy="3566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81620" y="2139696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81620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5124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rial"/>
              </a:rPr>
              <a:t>Measure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5124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Collect quality, time, adoption and outcome evidence.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7867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7867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7983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7983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334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334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Recommend tools, budget, controls and review date.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ACTIVITY 08 ·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Worked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TGS-2026064178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71907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35%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Message and data effectiveness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783080"/>
            <a:ext cx="73152" cy="17190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17136" y="20025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Editability and workflow fit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0416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0416" y="1783080"/>
            <a:ext cx="73152" cy="171907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01584" y="200253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1584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rial"/>
              </a:rPr>
              <a:t>15%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Brand and accessibility control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776472"/>
            <a:ext cx="73152" cy="171907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rial"/>
              </a:rPr>
              <a:t>15%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Privacy, rights and governance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15968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15968" y="3776472"/>
            <a:ext cx="73152" cy="171907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17136" y="3995928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17136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15%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Total resource cost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00416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00416" y="3776472"/>
            <a:ext cx="73152" cy="17190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01584" y="399592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Gate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05088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No option passes with unverified data or public answer-key risk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ACTIVITY 08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What Good Looks Like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TGS-2026064178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10512"/>
            <a:ext cx="10652760" cy="100584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A weighted tool-investment scorecard and one-page resource recommendation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8408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All options use the same criteria and scale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9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79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7647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7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1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1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Total cost includes hidden resource costs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8408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1912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Governance gates override weighted score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79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79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27647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7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1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1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Workbook has zero formula errors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038344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038344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8408" y="5257800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" y="5266944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81912" y="5221224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81912" y="5605272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Recommendation names budget, controls, metrics, owner and review 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