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08 ·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Budget and Effectiveness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Excel scorecard + PowerPoint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08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The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6916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Northstar can fund one standard workflow for 12 staff. Options include PowerPoint templates only, PowerPoint with Copilot, or a mixed workflow using external design tools plus PowerPoint for final production.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76472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76472"/>
            <a:ext cx="73152" cy="16916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959352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Decision pressure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343400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Use the supplied budget workbook and effectiveness evidence to recommend a 12-month tool, training and governance plan aligned with business outcomes.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08 ·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Investment Decision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Need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Define outputs, volume, users and business outcomes.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4017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4017" y="1920240"/>
            <a:ext cx="73152" cy="3566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5185" y="213969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85185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8689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Compare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8689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Score capability, cost, workflow and risk.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2235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2235" y="1920240"/>
            <a:ext cx="73152" cy="3566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83403" y="213969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3403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6907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6907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Test the same brief in shortlisted workflows.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80452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80452" y="192024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81620" y="2139696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81620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5124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Measure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85124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Collect quality, time, adoption and outcome evidence.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7867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7867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67983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7983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334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334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Recommend tools, budget, controls and review date.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08 ·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Worked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Message and data effectiveness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783080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7136" y="20025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Editability and workflow fit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6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0416" y="1783080"/>
            <a:ext cx="73152" cy="171907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01584" y="200253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1584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5088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15%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Brand and accessibility control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776472"/>
            <a:ext cx="73152" cy="171907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15%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36192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Privacy, rights and governance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5968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5968" y="3776472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17136" y="3995928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15%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Total resource cost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00416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00416" y="3776472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01584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Gate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No option passes with unverified data or public answer-key risk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08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What Good Looks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810512"/>
            <a:ext cx="10652760" cy="100584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1168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A weighted tool-investment scorecard and one-page resource recommendation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8408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All options use the same criteria and scale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79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9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7647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7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1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1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Total cost includes hidden resource costs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8408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Governance gates override weighted score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79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79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27647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7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1151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31151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Workbook has zero formula errors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038344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5038344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78408" y="5257800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" y="5266944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81912" y="5221224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81912" y="5605272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Recommendation names budget, controls, metrics, owner and review 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