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ACTIVITY 08 · START 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Budget and Effectiveness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B6372"/>
                </a:solidFill>
                <a:latin typeface="Arial"/>
              </a:rPr>
              <a:t>Northstar Retail Singapore · synthetic practice scenario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94760"/>
            <a:ext cx="105613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06908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TOOL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34840"/>
            <a:ext cx="9966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Excel scorecard + 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ACTIVITY 08 · EDITABLE CANVAS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Build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TGS-2024048310 · ACTIVITY PRACTICE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1065276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2004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5B6372"/>
                </a:solidFill>
                <a:latin typeface="Arial"/>
              </a:rPr>
              <a:t>Replace this placeholder with your editable infographic or evidence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